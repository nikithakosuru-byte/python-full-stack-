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895" autoAdjust="0"/>
  </p:normalViewPr>
  <p:slideViewPr>
    <p:cSldViewPr snapToGrid="0">
      <p:cViewPr>
        <p:scale>
          <a:sx n="75" d="100"/>
          <a:sy n="75" d="100"/>
        </p:scale>
        <p:origin x="9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E6EB0-FA9C-4F0B-A4C1-54915A616D8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92AD1-F2FF-4484-B7B5-F0AE54D5F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18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92AD1-F2FF-4484-B7B5-F0AE54D5FD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16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69F4-0C8F-1B5F-D7FE-0C6D465AF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964E3-DA6F-3F54-465F-C87515B84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A0F0A-0EAE-6F67-F8D2-EBA5E815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19" y="1051242"/>
            <a:ext cx="9772740" cy="428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3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F88F0-E70B-CCBC-BE50-75DAE0091684}"/>
              </a:ext>
            </a:extLst>
          </p:cNvPr>
          <p:cNvSpPr txBox="1"/>
          <p:nvPr/>
        </p:nvSpPr>
        <p:spPr>
          <a:xfrm>
            <a:off x="1635760" y="650240"/>
            <a:ext cx="75158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 Introduction:</a:t>
            </a:r>
          </a:p>
          <a:p>
            <a:r>
              <a:rPr lang="en-IN" sz="2400" dirty="0"/>
              <a:t>A Student Portfolio is a simple web page used to collect and display student information. HTML forms help users enter details such as name, email, phone number, skills, and other personal </a:t>
            </a:r>
            <a:r>
              <a:rPr lang="en-IN" sz="2400" dirty="0" err="1"/>
              <a:t>information.FeaturesUser</a:t>
            </a:r>
            <a:r>
              <a:rPr lang="en-IN" sz="2400" dirty="0"/>
              <a:t>-friendly </a:t>
            </a:r>
            <a:r>
              <a:rPr lang="en-IN" sz="2400" dirty="0" err="1"/>
              <a:t>formEasy</a:t>
            </a:r>
            <a:r>
              <a:rPr lang="en-IN" sz="2400" dirty="0"/>
              <a:t> data </a:t>
            </a:r>
            <a:r>
              <a:rPr lang="en-IN" sz="2400" dirty="0" err="1"/>
              <a:t>collectionBeginner</a:t>
            </a:r>
            <a:r>
              <a:rPr lang="en-IN" sz="2400" dirty="0"/>
              <a:t>-friendly HTML </a:t>
            </a:r>
            <a:r>
              <a:rPr lang="en-IN" sz="2400" dirty="0" err="1"/>
              <a:t>projectUses</a:t>
            </a:r>
            <a:r>
              <a:rPr lang="en-IN" sz="2400" dirty="0"/>
              <a:t> different input types.</a:t>
            </a:r>
          </a:p>
        </p:txBody>
      </p:sp>
    </p:spTree>
    <p:extLst>
      <p:ext uri="{BB962C8B-B14F-4D97-AF65-F5344CB8AC3E}">
        <p14:creationId xmlns:p14="http://schemas.microsoft.com/office/powerpoint/2010/main" val="1749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E7383-55F9-0C49-3A77-7E662F5AA78D}"/>
              </a:ext>
            </a:extLst>
          </p:cNvPr>
          <p:cNvSpPr txBox="1"/>
          <p:nvPr/>
        </p:nvSpPr>
        <p:spPr>
          <a:xfrm>
            <a:off x="2176780" y="1159917"/>
            <a:ext cx="61010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Objectives:</a:t>
            </a:r>
          </a:p>
          <a:p>
            <a:r>
              <a:rPr lang="en-IN" sz="2400" dirty="0"/>
              <a:t>To create a student portfolio </a:t>
            </a:r>
            <a:r>
              <a:rPr lang="en-IN" sz="2400" dirty="0" err="1"/>
              <a:t>form.To</a:t>
            </a:r>
            <a:r>
              <a:rPr lang="en-IN" sz="2400" dirty="0"/>
              <a:t> learn HTML form </a:t>
            </a:r>
            <a:r>
              <a:rPr lang="en-IN" sz="2400" dirty="0" err="1"/>
              <a:t>elements.To</a:t>
            </a:r>
            <a:r>
              <a:rPr lang="en-IN" sz="2400" dirty="0"/>
              <a:t> understand different input </a:t>
            </a:r>
            <a:r>
              <a:rPr lang="en-IN" sz="2400" dirty="0" err="1"/>
              <a:t>types.To</a:t>
            </a:r>
            <a:r>
              <a:rPr lang="en-IN" sz="2400" dirty="0"/>
              <a:t> collect student </a:t>
            </a:r>
            <a:r>
              <a:rPr lang="en-IN" sz="2400" dirty="0" err="1"/>
              <a:t>information.To</a:t>
            </a:r>
            <a:r>
              <a:rPr lang="en-IN" sz="2400" dirty="0"/>
              <a:t> improve web development skills.</a:t>
            </a:r>
          </a:p>
          <a:p>
            <a:r>
              <a:rPr lang="en-IN" sz="3200" dirty="0"/>
              <a:t>Software Requirements: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/>
              <a:t>SoftwareVisual</a:t>
            </a:r>
            <a:r>
              <a:rPr lang="en-IN" sz="2400" dirty="0"/>
              <a:t> Studio Code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/>
              <a:t>Google Chrome Browser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/>
              <a:t>HTML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/>
              <a:t>HardwareComputer</a:t>
            </a:r>
            <a:r>
              <a:rPr lang="en-IN" sz="2400" dirty="0"/>
              <a:t> or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/>
              <a:t>LaptopInternet</a:t>
            </a:r>
            <a:r>
              <a:rPr lang="en-IN" sz="2400" dirty="0"/>
              <a:t> Connection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111838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05B86C-074C-CDFA-026D-E2611577D51A}"/>
              </a:ext>
            </a:extLst>
          </p:cNvPr>
          <p:cNvSpPr txBox="1"/>
          <p:nvPr/>
        </p:nvSpPr>
        <p:spPr>
          <a:xfrm>
            <a:off x="2806700" y="835303"/>
            <a:ext cx="61010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&lt;!DOCTYPE html&gt;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&lt;html&gt;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&lt;head&gt;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&lt;title&gt;Portfolio Form&lt;/title&gt;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&lt;/head&gt;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&lt;body&gt;</a:t>
            </a:r>
          </a:p>
          <a:p>
            <a:pPr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&lt;h1&gt;Student Portfolio&lt;/h1&gt;</a:t>
            </a:r>
          </a:p>
          <a:p>
            <a:pPr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Name: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&lt;input type="text"&gt;&lt;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Email: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&lt;input type="email"&gt;&lt;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Phone Number: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&lt;input type="</a:t>
            </a:r>
            <a:r>
              <a:rPr lang="en-IN" dirty="0" err="1">
                <a:latin typeface="Courier New" panose="02070309020205020404" pitchFamily="49" charset="0"/>
              </a:rPr>
              <a:t>tel</a:t>
            </a:r>
            <a:r>
              <a:rPr lang="en-IN" dirty="0">
                <a:latin typeface="Courier New" panose="02070309020205020404" pitchFamily="49" charset="0"/>
              </a:rPr>
              <a:t>"&gt;&lt;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&gt;&lt;</a:t>
            </a:r>
            <a:r>
              <a:rPr lang="en-IN" dirty="0" err="1">
                <a:latin typeface="Courier New" panose="02070309020205020404" pitchFamily="49" charset="0"/>
              </a:rPr>
              <a:t>br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1568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8B6416-37BA-CE83-65E4-36F2708EB36F}"/>
              </a:ext>
            </a:extLst>
          </p:cNvPr>
          <p:cNvSpPr txBox="1"/>
          <p:nvPr/>
        </p:nvSpPr>
        <p:spPr>
          <a:xfrm>
            <a:off x="1534160" y="101600"/>
            <a:ext cx="65709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Date of Birth:</a:t>
            </a:r>
          </a:p>
          <a:p>
            <a:r>
              <a:rPr lang="en-IN" dirty="0"/>
              <a:t>    &lt;input type="date"&gt;&lt;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    Gender:</a:t>
            </a:r>
          </a:p>
          <a:p>
            <a:r>
              <a:rPr lang="en-IN" dirty="0"/>
              <a:t>    &lt;input type="radio" name="gender"&gt; Male</a:t>
            </a:r>
          </a:p>
          <a:p>
            <a:r>
              <a:rPr lang="en-IN" dirty="0"/>
              <a:t>    &lt;input type="radio" name="gender"&gt; Female</a:t>
            </a:r>
          </a:p>
          <a:p>
            <a:r>
              <a:rPr lang="en-IN" dirty="0"/>
              <a:t>    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    Skills:</a:t>
            </a:r>
          </a:p>
          <a:p>
            <a:r>
              <a:rPr lang="en-IN" dirty="0"/>
              <a:t>    &lt;input type="checkbox"&gt; HTML</a:t>
            </a:r>
          </a:p>
          <a:p>
            <a:r>
              <a:rPr lang="en-IN" dirty="0"/>
              <a:t>    &lt;input type="checkbox"&gt; Python</a:t>
            </a:r>
          </a:p>
          <a:p>
            <a:r>
              <a:rPr lang="en-IN" dirty="0"/>
              <a:t>    &lt;input type="checkbox"&gt; Java</a:t>
            </a:r>
          </a:p>
          <a:p>
            <a:r>
              <a:rPr lang="en-IN" dirty="0"/>
              <a:t>    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r>
              <a:rPr lang="en-IN" dirty="0"/>
              <a:t> Upload Resume:</a:t>
            </a:r>
          </a:p>
          <a:p>
            <a:r>
              <a:rPr lang="en-IN" dirty="0"/>
              <a:t>    &lt;input type="file"&gt;&lt;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:</a:t>
            </a:r>
          </a:p>
          <a:p>
            <a:r>
              <a:rPr lang="en-IN" dirty="0"/>
              <a:t>    &lt;input type="</a:t>
            </a:r>
            <a:r>
              <a:rPr lang="en-IN" dirty="0" err="1"/>
              <a:t>color</a:t>
            </a:r>
            <a:r>
              <a:rPr lang="en-IN" dirty="0"/>
              <a:t>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    Submit:</a:t>
            </a:r>
          </a:p>
          <a:p>
            <a:r>
              <a:rPr lang="en-IN" dirty="0"/>
              <a:t>    &lt;input type="submit" value="Submit"&gt;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3601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325D4-4B9C-ADA6-7E1C-1371138C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355600"/>
            <a:ext cx="8564201" cy="570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7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CC614E-E137-9DBC-B267-B5B599719B66}"/>
              </a:ext>
            </a:extLst>
          </p:cNvPr>
          <p:cNvSpPr txBox="1"/>
          <p:nvPr/>
        </p:nvSpPr>
        <p:spPr>
          <a:xfrm>
            <a:off x="838200" y="457914"/>
            <a:ext cx="76923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3200" dirty="0"/>
              <a:t>Applications: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Student Registration Forms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Online Application Forms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Personal Portfolio Websites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Resume Collection Systems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College </a:t>
            </a:r>
            <a:r>
              <a:rPr lang="en-IN" sz="2400" dirty="0" err="1"/>
              <a:t>ProjectsLearning</a:t>
            </a:r>
            <a:r>
              <a:rPr lang="en-IN" sz="2400" dirty="0"/>
              <a:t> </a:t>
            </a:r>
          </a:p>
          <a:p>
            <a:r>
              <a:rPr lang="en-IN" sz="3200" dirty="0"/>
              <a:t>Conclusion:</a:t>
            </a:r>
          </a:p>
          <a:p>
            <a:r>
              <a:rPr lang="en-IN" sz="2400" dirty="0"/>
              <a:t>This project successfully creates a Student Portfolio using HTML. Different input types are used to collect user information efficiently. The project helps beginners understand HTML forms and web page development.</a:t>
            </a:r>
          </a:p>
        </p:txBody>
      </p:sp>
    </p:spTree>
    <p:extLst>
      <p:ext uri="{BB962C8B-B14F-4D97-AF65-F5344CB8AC3E}">
        <p14:creationId xmlns:p14="http://schemas.microsoft.com/office/powerpoint/2010/main" val="73720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42D7C-4544-0258-7F4A-677AF317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11" y="685458"/>
            <a:ext cx="9793459" cy="54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51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46</TotalTime>
  <Words>362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Courier New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Krishna</dc:creator>
  <cp:lastModifiedBy>Hari Krishna</cp:lastModifiedBy>
  <cp:revision>1</cp:revision>
  <dcterms:created xsi:type="dcterms:W3CDTF">2026-06-22T03:16:22Z</dcterms:created>
  <dcterms:modified xsi:type="dcterms:W3CDTF">2026-06-22T04:02:48Z</dcterms:modified>
</cp:coreProperties>
</file>